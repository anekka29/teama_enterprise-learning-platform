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4" r:id="rId9"/>
    <p:sldId id="265" r:id="rId10"/>
    <p:sldId id="266" r:id="rId11"/>
    <p:sldId id="268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09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486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486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7.0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50000"/>
            <a:ext cx="9186800" cy="1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Learning Platform with Skill and Career Guidance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751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all-in-one online learning &amp; career platform — powered by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4828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8288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09928" y="348288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1709928" y="3482880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19856" y="348288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419856" y="3482880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Login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214400"/>
            <a:ext cx="53949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4415568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0" descr="/home/claude/icons/user1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451212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9304" y="4397280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Mentor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8952" y="4927632"/>
            <a:ext cx="488289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Shakthi Gopala Krishnan — Infosys Internship Mentor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5375688"/>
            <a:ext cx="53949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" y="5576856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2" name="Image 1" descr="/home/claude/icons/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3" y="5673417"/>
            <a:ext cx="209215" cy="20921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89304" y="5558568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95528" y="5944140"/>
            <a:ext cx="4882896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T.S Anekka  ·  Chandni Singh  ·  B. Rajya Lakshmi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G.S. Bharanidharan  ·  CH.GV Sindhusha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23744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BEHIND 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F5F3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0" descr="/home/claude/icons/user1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214884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T.S. Anekka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679192"/>
            <a:ext cx="297271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backend logic and designed the database that powers the app.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53458" y="196596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FDF2F8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9490" y="2167128"/>
            <a:ext cx="402336" cy="402336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12" name="Image 1" descr="/home/claude/icons/user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051" y="22636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9842" y="214884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Rajya Lakshmi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9490" y="2679192"/>
            <a:ext cx="297271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student and mentor screens and connected them to the backend.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03997" y="196596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EFF6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0029" y="216712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7" name="Image 2" descr="/home/claude/icons/user3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589" y="2263689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0381" y="214884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Chandni Singh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60029" y="2679192"/>
            <a:ext cx="297271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backend features and integrated every part of the app together.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02920" y="397764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FFF7ED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8952" y="4178808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2" name="Image 3" descr="/home/claude/icons/user4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4275369"/>
            <a:ext cx="209215" cy="2092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9304" y="416052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G.S. Bharanidharan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8952" y="4690872"/>
            <a:ext cx="297271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key screens and helped structure how data is stored.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53458" y="397764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ECFDF5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09490" y="417880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7" name="Image 4" descr="/home/claude/icons/user5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051" y="4275369"/>
            <a:ext cx="209215" cy="20921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9842" y="416052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CH.GV Sindhusha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09490" y="4690872"/>
            <a:ext cx="297271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the AI assistant to the app and helped manage the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029968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Enterprise Learning Platform?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EFF6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/home/claude/icons/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2148840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679192"/>
            <a:ext cx="488289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website where students learn, practice, and get ready for real jobs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Brings courses, mentors, and career tools into a single place — no more juggling apps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three kinds of users: Students, Mentors, and Admins, each with their own view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less like a course catalog and more like a complete learning journey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ECFDF5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16712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/home/claude/icons/shiel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233" y="22636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0024" y="2148840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Reliable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19672" y="2679192"/>
            <a:ext cx="488289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modern, industry-standard web technology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user's information is protected behind secure sign-in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assistant learns from real progress, not guesswork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grow — new features can be added without breaking things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27478" cy="32918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22747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THIS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FFF7ED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7" name="Image 0" descr="/home/claude/icons/g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2148840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Today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679192"/>
            <a:ext cx="488289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juggle too many separate apps and tools just to learn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same generic course list — no personal guidance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 have no easy way to track, approve, or guide student work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and career-building feel completely disconnected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ECFDF5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216712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/home/claude/icons/solv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233" y="22636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0024" y="21488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519672" y="275234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6519672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050024" y="27249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Simple Course Journey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050024" y="30083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→ Approve → Join → Test → Certificate — all tracked in one place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519672" y="37947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6519672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50024" y="37673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AI Guidance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7050024" y="40507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roadmap and AI chat that actually knows your progress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19672" y="483717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19"/>
          <p:cNvSpPr/>
          <p:nvPr/>
        </p:nvSpPr>
        <p:spPr>
          <a:xfrm>
            <a:off x="6519672" y="4837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050024" y="480974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Tools Built In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7050024" y="5093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listings, a resume builder, and coding practice — all inside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One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484778" cy="2286000"/>
          </a:xfrm>
          <a:prstGeom prst="roundRect">
            <a:avLst>
              <a:gd name="adj" fmla="val 5600"/>
            </a:avLst>
          </a:prstGeom>
          <a:solidFill>
            <a:srgbClr val="EFF6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/home/claude/icons/gradc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214884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679192"/>
            <a:ext cx="297271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join courses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lessons &amp; track progress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quizzes, get instant results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3458" y="1965960"/>
            <a:ext cx="3484778" cy="2286000"/>
          </a:xfrm>
          <a:prstGeom prst="roundRect">
            <a:avLst>
              <a:gd name="adj" fmla="val 5600"/>
            </a:avLst>
          </a:prstGeom>
          <a:solidFill>
            <a:srgbClr val="FFF7ED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09490" y="2167128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/home/claude/icons/teach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051" y="22636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9842" y="214884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09490" y="2679192"/>
            <a:ext cx="297271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publish courses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approve student work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live sessions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03997" y="1965960"/>
            <a:ext cx="3484778" cy="2286000"/>
          </a:xfrm>
          <a:prstGeom prst="roundRect">
            <a:avLst>
              <a:gd name="adj" fmla="val 5600"/>
            </a:avLst>
          </a:prstGeom>
          <a:solidFill>
            <a:srgbClr val="F5F3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0029" y="216712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2" descr="/home/claude/icons/adm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589" y="2263689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0381" y="2148840"/>
            <a:ext cx="24423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60029" y="2679192"/>
            <a:ext cx="297271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new courses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users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platform running smoothly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02920" y="4617720"/>
            <a:ext cx="11185855" cy="1508760"/>
          </a:xfrm>
          <a:prstGeom prst="roundRect">
            <a:avLst>
              <a:gd name="adj" fmla="val 8485"/>
            </a:avLst>
          </a:prstGeom>
          <a:solidFill>
            <a:srgbClr val="ECFDF5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Journey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77240" y="5257800"/>
            <a:ext cx="2339264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5257800"/>
            <a:ext cx="233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116504" y="5257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3436544" y="5257800"/>
            <a:ext cx="2339264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3436544" y="5257800"/>
            <a:ext cx="233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775808" y="5257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095848" y="5257800"/>
            <a:ext cx="2339264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29" name="Text 24"/>
          <p:cNvSpPr/>
          <p:nvPr/>
        </p:nvSpPr>
        <p:spPr>
          <a:xfrm>
            <a:off x="6095848" y="5257800"/>
            <a:ext cx="233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Tested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435111" y="5257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8755151" y="5257800"/>
            <a:ext cx="2339264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/>
        </p:spPr>
      </p:sp>
      <p:sp>
        <p:nvSpPr>
          <p:cNvPr id="32" name="Text 27"/>
          <p:cNvSpPr/>
          <p:nvPr/>
        </p:nvSpPr>
        <p:spPr>
          <a:xfrm>
            <a:off x="8755151" y="5257800"/>
            <a:ext cx="2339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with AI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384048"/>
            <a:ext cx="2227478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1"/>
          <p:cNvSpPr/>
          <p:nvPr/>
        </p:nvSpPr>
        <p:spPr>
          <a:xfrm>
            <a:off x="502920" y="384048"/>
            <a:ext cx="222747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Workflow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02920" y="749808"/>
            <a:ext cx="11185855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310000"/>
            <a:ext cx="11185855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2" name="WF Sub 0"/>
          <p:cNvSpPr/>
          <p:nvPr/>
        </p:nvSpPr>
        <p:spPr>
          <a:xfrm>
            <a:off x="642920" y="3210000"/>
            <a:ext cx="205172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WF Arrow 0"/>
          <p:cNvSpPr/>
          <p:nvPr/>
        </p:nvSpPr>
        <p:spPr>
          <a:xfrm>
            <a:off x="2834640" y="2555680"/>
            <a:ext cx="619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16" name="WF Icon 1" descr="/home/claude/icons/monit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918" y="2378760"/>
            <a:ext cx="322480" cy="322480"/>
          </a:xfrm>
          <a:prstGeom prst="rect">
            <a:avLst/>
          </a:prstGeom>
        </p:spPr>
      </p:pic>
      <p:sp>
        <p:nvSpPr>
          <p:cNvPr id="17" name="WF Label 1"/>
          <p:cNvSpPr/>
          <p:nvPr/>
        </p:nvSpPr>
        <p:spPr>
          <a:xfrm>
            <a:off x="3454298" y="2890000"/>
            <a:ext cx="233172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WF Sub 1"/>
          <p:cNvSpPr/>
          <p:nvPr/>
        </p:nvSpPr>
        <p:spPr>
          <a:xfrm>
            <a:off x="3594298" y="3210000"/>
            <a:ext cx="205172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WF Arrow 1"/>
          <p:cNvSpPr/>
          <p:nvPr/>
        </p:nvSpPr>
        <p:spPr>
          <a:xfrm>
            <a:off x="5786018" y="2555680"/>
            <a:ext cx="619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3" name="WF Label 2"/>
          <p:cNvSpPr/>
          <p:nvPr/>
        </p:nvSpPr>
        <p:spPr>
          <a:xfrm>
            <a:off x="6405677" y="2890000"/>
            <a:ext cx="233172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WF Sub 2"/>
          <p:cNvSpPr/>
          <p:nvPr/>
        </p:nvSpPr>
        <p:spPr>
          <a:xfrm>
            <a:off x="6545677" y="3210000"/>
            <a:ext cx="205172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WF Arrow 2"/>
          <p:cNvSpPr/>
          <p:nvPr/>
        </p:nvSpPr>
        <p:spPr>
          <a:xfrm>
            <a:off x="8737397" y="2555680"/>
            <a:ext cx="6196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8" name="WF Icon 3" descr="/home/claude/icons/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1675" y="2378760"/>
            <a:ext cx="322480" cy="322480"/>
          </a:xfrm>
          <a:prstGeom prst="rect">
            <a:avLst/>
          </a:prstGeom>
        </p:spPr>
      </p:pic>
      <p:sp>
        <p:nvSpPr>
          <p:cNvPr id="29" name="WF Label 3"/>
          <p:cNvSpPr/>
          <p:nvPr/>
        </p:nvSpPr>
        <p:spPr>
          <a:xfrm>
            <a:off x="9357055" y="2890000"/>
            <a:ext cx="233172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5" name="Freeform 12">
            <a:extLst>
              <a:ext uri="{FF2B5EF4-FFF2-40B4-BE49-F238E27FC236}">
                <a16:creationId xmlns:a16="http://schemas.microsoft.com/office/drawing/2014/main" id="{507EF0DC-62D1-38BA-4D0D-665873D42518}"/>
              </a:ext>
            </a:extLst>
          </p:cNvPr>
          <p:cNvSpPr/>
          <p:nvPr/>
        </p:nvSpPr>
        <p:spPr>
          <a:xfrm>
            <a:off x="1250794" y="830431"/>
            <a:ext cx="9690106" cy="5011061"/>
          </a:xfrm>
          <a:custGeom>
            <a:avLst/>
            <a:gdLst/>
            <a:ahLst/>
            <a:cxnLst/>
            <a:rect l="l" t="t" r="r" b="b"/>
            <a:pathLst>
              <a:path w="13324852" h="7614201">
                <a:moveTo>
                  <a:pt x="0" y="0"/>
                </a:moveTo>
                <a:lnTo>
                  <a:pt x="13324852" y="0"/>
                </a:lnTo>
                <a:lnTo>
                  <a:pt x="13324852" y="7614201"/>
                </a:lnTo>
                <a:lnTo>
                  <a:pt x="0" y="7614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701930-74B8-5794-D459-D16010526E09}"/>
              </a:ext>
            </a:extLst>
          </p:cNvPr>
          <p:cNvSpPr/>
          <p:nvPr/>
        </p:nvSpPr>
        <p:spPr>
          <a:xfrm>
            <a:off x="807720" y="777240"/>
            <a:ext cx="10332720" cy="7696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0164CC6-4BAE-15F6-C954-4F0EE5E6149E}"/>
              </a:ext>
            </a:extLst>
          </p:cNvPr>
          <p:cNvSpPr/>
          <p:nvPr/>
        </p:nvSpPr>
        <p:spPr>
          <a:xfrm>
            <a:off x="502920" y="566862"/>
            <a:ext cx="1683689" cy="32467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  <p:txBody>
          <a:bodyPr/>
          <a:lstStyle/>
          <a:p>
            <a:r>
              <a:rPr lang="en-IN" sz="1150" b="1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       </a:t>
            </a:r>
            <a:r>
              <a:rPr lang="en-US" sz="1150" b="1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Tech Stack</a:t>
            </a:r>
            <a:endParaRPr lang="en-US" sz="1150" dirty="0"/>
          </a:p>
          <a:p>
            <a:r>
              <a:rPr lang="en-IN" dirty="0"/>
              <a:t> 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3D6279E2-01D8-034C-68FF-E863D0499DF4}"/>
              </a:ext>
            </a:extLst>
          </p:cNvPr>
          <p:cNvSpPr/>
          <p:nvPr/>
        </p:nvSpPr>
        <p:spPr>
          <a:xfrm>
            <a:off x="1832100" y="877219"/>
            <a:ext cx="8527799" cy="4844482"/>
          </a:xfrm>
          <a:custGeom>
            <a:avLst/>
            <a:gdLst/>
            <a:ahLst/>
            <a:cxnLst/>
            <a:rect l="l" t="t" r="r" b="b"/>
            <a:pathLst>
              <a:path w="12605519" h="8408804">
                <a:moveTo>
                  <a:pt x="0" y="0"/>
                </a:moveTo>
                <a:lnTo>
                  <a:pt x="12605519" y="0"/>
                </a:lnTo>
                <a:lnTo>
                  <a:pt x="12605519" y="8408804"/>
                </a:lnTo>
                <a:lnTo>
                  <a:pt x="0" y="84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9FFDE-9B58-CA2C-E4AE-51D3F0707891}"/>
              </a:ext>
            </a:extLst>
          </p:cNvPr>
          <p:cNvSpPr/>
          <p:nvPr/>
        </p:nvSpPr>
        <p:spPr>
          <a:xfrm>
            <a:off x="807720" y="899160"/>
            <a:ext cx="10332720" cy="7696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36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26234" cy="329184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2623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Landing Page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very first page a visitor sees — designed to explain the platform in 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577840" cy="4206240"/>
          </a:xfrm>
          <a:prstGeom prst="roundRect">
            <a:avLst>
              <a:gd name="adj" fmla="val 3043"/>
            </a:avLst>
          </a:prstGeom>
          <a:solidFill>
            <a:srgbClr val="FDF2F8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8" name="Image 0" descr="/home/claude/icons/rock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9304" y="2148840"/>
            <a:ext cx="4535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2679192"/>
            <a:ext cx="506577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Introduces SkillSphere Nexus and what it offers, right away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buttons to Login or Sign Up — no guesswork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three types of users: Student, Mentor, Admin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animations as you scroll down the page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and dark mode — switches to your preference automatically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242255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F38F20-33BB-C9B1-C79A-EC2605F6F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515" y="2840139"/>
            <a:ext cx="4814533" cy="25826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26234" cy="32918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2623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&amp; Signing Up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into the platform is simple, fast, and kept secure behind the scenes.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6903720" cy="201168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8" name="Image 0" descr="/home/claude/icons/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9304" y="2148840"/>
            <a:ext cx="5861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2679192"/>
            <a:ext cx="639165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email + password, or one click with Google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"Remember Me" keeps you signed in longer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Forgotten your password? A reset link is emailed to you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160520"/>
            <a:ext cx="6903720" cy="2011680"/>
          </a:xfrm>
          <a:prstGeom prst="roundRect">
            <a:avLst>
              <a:gd name="adj" fmla="val 6364"/>
            </a:avLst>
          </a:prstGeom>
          <a:solidFill>
            <a:srgbClr val="ECFDF5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8952" y="436168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1" descr="/home/claude/icons/userplu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13" y="4458249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9304" y="4343400"/>
            <a:ext cx="5861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Up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" y="4873752"/>
            <a:ext cx="6391656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role: Student, Mentor, or Admin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password is encrypted the moment you create it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up with Google creates your account automatically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26680" y="1965960"/>
            <a:ext cx="1880464" cy="4206240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808312" y="1965960"/>
            <a:ext cx="1880464" cy="4206240"/>
          </a:xfrm>
          <a:prstGeom prst="roundRect">
            <a:avLst>
              <a:gd name="adj" fmla="val 58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73342C-40E2-48E5-8342-DDD5118C4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308" y="2450592"/>
            <a:ext cx="1557207" cy="33101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07D52C-C216-EE0B-C94D-F4BC8185C7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2032" y="2635457"/>
            <a:ext cx="1653023" cy="26843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326234" cy="329184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32623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for Every Role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gets their own personal home screen, built around what they actually need to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515258" cy="3246120"/>
          </a:xfrm>
          <a:prstGeom prst="roundRect">
            <a:avLst>
              <a:gd name="adj" fmla="val 3944"/>
            </a:avLst>
          </a:prstGeom>
          <a:solidFill>
            <a:srgbClr val="EFF6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8" name="Image 0" descr="/home/claude/icons/gradc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9304" y="2148840"/>
            <a:ext cx="24728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2679192"/>
            <a:ext cx="3003194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Courses &amp; Progress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 &amp; Assignments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Assistant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Learning Roadmap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Checker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Practice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Builder &amp; Certificates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38218" y="1965960"/>
            <a:ext cx="3515258" cy="3246120"/>
          </a:xfrm>
          <a:prstGeom prst="roundRect">
            <a:avLst>
              <a:gd name="adj" fmla="val 3944"/>
            </a:avLst>
          </a:prstGeom>
          <a:solidFill>
            <a:srgbClr val="FFF7ED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4250" y="2167128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/home/claude/icons/teach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11" y="2263689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4602" y="2148840"/>
            <a:ext cx="24728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Dashboard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4250" y="2679192"/>
            <a:ext cx="3003194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&amp; Manage Courses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Quizzes &amp; Review Work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Internships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Live Sessions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3517" y="1965960"/>
            <a:ext cx="3515258" cy="3246120"/>
          </a:xfrm>
          <a:prstGeom prst="roundRect">
            <a:avLst>
              <a:gd name="adj" fmla="val 3944"/>
            </a:avLst>
          </a:prstGeom>
          <a:solidFill>
            <a:srgbClr val="F5F3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9549" y="216712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/home/claude/icons/admi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109" y="2263689"/>
            <a:ext cx="209215" cy="2092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59901" y="2148840"/>
            <a:ext cx="247284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29549" y="2679192"/>
            <a:ext cx="3003194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Users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New Courses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Reports &amp; Complaints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Activity Logs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0" y="6601968"/>
            <a:ext cx="121916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peek at the real Student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23744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BACK &amp; AHEAD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1858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 &amp;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ECFDF5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16712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/home/claude/icons/troph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3" y="2263689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2148840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Well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2679192"/>
            <a:ext cx="488289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organized code that's easy to maintain and extend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can be swapped out anytime without breaking the app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sign-in that blends Google login with our own system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16+ screens that load quickly, even on slower connections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the full journey — from course creation to career-readiness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EFF6FF"/>
          </a:solidFill>
          <a:ln/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167128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/home/claude/icons/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233" y="2263689"/>
            <a:ext cx="209215" cy="2092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0024" y="2148840"/>
            <a:ext cx="4352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19672" y="2679192"/>
            <a:ext cx="488289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files and uploads safely in the cloud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 the moment something happens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Longer, even safer login sessions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automated testing to catch issues early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admin tools for managing large numbers of users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EC489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480560"/>
            <a:ext cx="4754880" cy="4754880"/>
          </a:xfrm>
          <a:prstGeom prst="ellipse">
            <a:avLst/>
          </a:prstGeom>
          <a:solidFill>
            <a:srgbClr val="F97316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47208" y="182880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555" y="20921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SkillSphere Nexus  ·  Infosys Springboard Virtual Internship 7.0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T.S Anekka  ·  Chandni Singh  ·  B. Rajya Lakshmi  ·  G.S. Bharanidharan  ·  CH.GV Sindhusha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838</Words>
  <Application>Microsoft Office PowerPoint</Application>
  <PresentationFormat>Widescreen</PresentationFormat>
  <Paragraphs>147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Anekka T S</cp:lastModifiedBy>
  <cp:revision>4</cp:revision>
  <dcterms:created xsi:type="dcterms:W3CDTF">2026-08-13T07:29:55Z</dcterms:created>
  <dcterms:modified xsi:type="dcterms:W3CDTF">2026-08-14T12:37:55Z</dcterms:modified>
</cp:coreProperties>
</file>